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Kanit Light" panose="020B0604020202020204" charset="-34"/>
      <p:regular r:id="rId19"/>
    </p:embeddedFont>
    <p:embeddedFont>
      <p:font typeface="Martel San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9B3DB-918C-431D-9389-A92E885DF100}" v="26" dt="2026-04-12T18:01:43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elite29@gmail.com" userId="be7813d53d2a1d53" providerId="LiveId" clId="{50E889DE-B0BF-47FC-9886-62A75227CC95}"/>
    <pc:docChg chg="undo redo custSel modSld">
      <pc:chgData name="manishelite29@gmail.com" userId="be7813d53d2a1d53" providerId="LiveId" clId="{50E889DE-B0BF-47FC-9886-62A75227CC95}" dt="2026-04-12T18:03:37.242" v="194" actId="20577"/>
      <pc:docMkLst>
        <pc:docMk/>
      </pc:docMkLst>
      <pc:sldChg chg="addSp modSp mod">
        <pc:chgData name="manishelite29@gmail.com" userId="be7813d53d2a1d53" providerId="LiveId" clId="{50E889DE-B0BF-47FC-9886-62A75227CC95}" dt="2026-04-12T18:03:37.242" v="194" actId="20577"/>
        <pc:sldMkLst>
          <pc:docMk/>
          <pc:sldMk cId="0" sldId="256"/>
        </pc:sldMkLst>
        <pc:spChg chg="mod">
          <ac:chgData name="manishelite29@gmail.com" userId="be7813d53d2a1d53" providerId="LiveId" clId="{50E889DE-B0BF-47FC-9886-62A75227CC95}" dt="2026-04-12T18:03:37.242" v="194" actId="20577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7:36:07.262" v="9" actId="14100"/>
          <ac:spMkLst>
            <pc:docMk/>
            <pc:sldMk cId="0" sldId="256"/>
            <ac:spMk id="14" creationId="{5B767A56-C469-D495-62F7-D9DAE0A58B7A}"/>
          </ac:spMkLst>
        </pc:spChg>
        <pc:picChg chg="add mod">
          <ac:chgData name="manishelite29@gmail.com" userId="be7813d53d2a1d53" providerId="LiveId" clId="{50E889DE-B0BF-47FC-9886-62A75227CC95}" dt="2026-04-12T17:36:01.842" v="8" actId="14100"/>
          <ac:picMkLst>
            <pc:docMk/>
            <pc:sldMk cId="0" sldId="256"/>
            <ac:picMk id="15" creationId="{F243444E-87E9-2A45-FD36-5F8BA667B93C}"/>
          </ac:picMkLst>
        </pc:picChg>
      </pc:sldChg>
      <pc:sldChg chg="addSp delSp modSp mod">
        <pc:chgData name="manishelite29@gmail.com" userId="be7813d53d2a1d53" providerId="LiveId" clId="{50E889DE-B0BF-47FC-9886-62A75227CC95}" dt="2026-04-12T17:45:48.756" v="62" actId="1076"/>
        <pc:sldMkLst>
          <pc:docMk/>
          <pc:sldMk cId="0" sldId="257"/>
        </pc:sldMkLst>
        <pc:spChg chg="mod">
          <ac:chgData name="manishelite29@gmail.com" userId="be7813d53d2a1d53" providerId="LiveId" clId="{50E889DE-B0BF-47FC-9886-62A75227CC95}" dt="2026-04-12T17:42:36.883" v="24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2:38.928" v="25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2:44.696" v="26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2:50.499" v="28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3:02.318" v="31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2:58.663" v="30" actId="14100"/>
          <ac:spMkLst>
            <pc:docMk/>
            <pc:sldMk cId="0" sldId="257"/>
            <ac:spMk id="20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7:44:28.797" v="47" actId="14100"/>
          <ac:spMkLst>
            <pc:docMk/>
            <pc:sldMk cId="0" sldId="257"/>
            <ac:spMk id="24" creationId="{5F1451C6-0B29-1582-6A52-E172876C6AA9}"/>
          </ac:spMkLst>
        </pc:spChg>
        <pc:picChg chg="add del mod">
          <ac:chgData name="manishelite29@gmail.com" userId="be7813d53d2a1d53" providerId="LiveId" clId="{50E889DE-B0BF-47FC-9886-62A75227CC95}" dt="2026-04-12T17:41:32.820" v="16" actId="478"/>
          <ac:picMkLst>
            <pc:docMk/>
            <pc:sldMk cId="0" sldId="257"/>
            <ac:picMk id="23" creationId="{5E467BF6-4C56-F3F4-A2D6-3AAA0EAC32CD}"/>
          </ac:picMkLst>
        </pc:picChg>
        <pc:picChg chg="add del mod">
          <ac:chgData name="manishelite29@gmail.com" userId="be7813d53d2a1d53" providerId="LiveId" clId="{50E889DE-B0BF-47FC-9886-62A75227CC95}" dt="2026-04-12T17:45:25.511" v="56" actId="21"/>
          <ac:picMkLst>
            <pc:docMk/>
            <pc:sldMk cId="0" sldId="257"/>
            <ac:picMk id="25" creationId="{5FAC8F4D-472E-60FF-7369-455374B0A8DA}"/>
          </ac:picMkLst>
        </pc:picChg>
        <pc:picChg chg="add mod modCrop">
          <ac:chgData name="manishelite29@gmail.com" userId="be7813d53d2a1d53" providerId="LiveId" clId="{50E889DE-B0BF-47FC-9886-62A75227CC95}" dt="2026-04-12T17:45:40.894" v="59" actId="18131"/>
          <ac:picMkLst>
            <pc:docMk/>
            <pc:sldMk cId="0" sldId="257"/>
            <ac:picMk id="26" creationId="{5FAC8F4D-472E-60FF-7369-455374B0A8DA}"/>
          </ac:picMkLst>
        </pc:picChg>
        <pc:picChg chg="add mod">
          <ac:chgData name="manishelite29@gmail.com" userId="be7813d53d2a1d53" providerId="LiveId" clId="{50E889DE-B0BF-47FC-9886-62A75227CC95}" dt="2026-04-12T17:45:48.756" v="62" actId="1076"/>
          <ac:picMkLst>
            <pc:docMk/>
            <pc:sldMk cId="0" sldId="257"/>
            <ac:picMk id="27" creationId="{C0D74CFD-1C58-9622-2743-9B39B4F93224}"/>
          </ac:picMkLst>
        </pc:picChg>
      </pc:sldChg>
      <pc:sldChg chg="addSp delSp modSp mod">
        <pc:chgData name="manishelite29@gmail.com" userId="be7813d53d2a1d53" providerId="LiveId" clId="{50E889DE-B0BF-47FC-9886-62A75227CC95}" dt="2026-04-12T17:57:33.713" v="136"/>
        <pc:sldMkLst>
          <pc:docMk/>
          <pc:sldMk cId="0" sldId="258"/>
        </pc:sldMkLst>
        <pc:spChg chg="mod">
          <ac:chgData name="manishelite29@gmail.com" userId="be7813d53d2a1d53" providerId="LiveId" clId="{50E889DE-B0BF-47FC-9886-62A75227CC95}" dt="2026-04-12T17:46:32.381" v="64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6:46.546" v="68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6:45.296" v="6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6:52.036" v="6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6:56.106" v="70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7:11.346" v="72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47:16.656" v="74" actId="1076"/>
          <ac:spMkLst>
            <pc:docMk/>
            <pc:sldMk cId="0" sldId="258"/>
            <ac:spMk id="14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7:57:23.670" v="134" actId="14100"/>
          <ac:spMkLst>
            <pc:docMk/>
            <pc:sldMk cId="0" sldId="258"/>
            <ac:spMk id="17" creationId="{9679BC31-2857-A504-3EE4-F0A0FBFCCEDE}"/>
          </ac:spMkLst>
        </pc:spChg>
        <pc:picChg chg="add del mod modCrop">
          <ac:chgData name="manishelite29@gmail.com" userId="be7813d53d2a1d53" providerId="LiveId" clId="{50E889DE-B0BF-47FC-9886-62A75227CC95}" dt="2026-04-12T17:57:31.871" v="135" actId="478"/>
          <ac:picMkLst>
            <pc:docMk/>
            <pc:sldMk cId="0" sldId="258"/>
            <ac:picMk id="18" creationId="{9FDB9A85-B9BC-C1D8-A0A9-2C591BDE507B}"/>
          </ac:picMkLst>
        </pc:picChg>
        <pc:picChg chg="add mod">
          <ac:chgData name="manishelite29@gmail.com" userId="be7813d53d2a1d53" providerId="LiveId" clId="{50E889DE-B0BF-47FC-9886-62A75227CC95}" dt="2026-04-12T17:57:33.713" v="136"/>
          <ac:picMkLst>
            <pc:docMk/>
            <pc:sldMk cId="0" sldId="258"/>
            <ac:picMk id="19" creationId="{706D1EB0-B61A-D7FE-BBD9-39BBAF708DFD}"/>
          </ac:picMkLst>
        </pc:picChg>
      </pc:sldChg>
      <pc:sldChg chg="addSp modSp mod">
        <pc:chgData name="manishelite29@gmail.com" userId="be7813d53d2a1d53" providerId="LiveId" clId="{50E889DE-B0BF-47FC-9886-62A75227CC95}" dt="2026-04-12T17:50:22.359" v="102" actId="14100"/>
        <pc:sldMkLst>
          <pc:docMk/>
          <pc:sldMk cId="0" sldId="259"/>
        </pc:sldMkLst>
        <pc:spChg chg="add mod">
          <ac:chgData name="manishelite29@gmail.com" userId="be7813d53d2a1d53" providerId="LiveId" clId="{50E889DE-B0BF-47FC-9886-62A75227CC95}" dt="2026-04-12T17:50:15.034" v="101" actId="14100"/>
          <ac:spMkLst>
            <pc:docMk/>
            <pc:sldMk cId="0" sldId="259"/>
            <ac:spMk id="24" creationId="{377928A4-5F60-C8CB-7170-91F942070E45}"/>
          </ac:spMkLst>
        </pc:spChg>
        <pc:picChg chg="add mod">
          <ac:chgData name="manishelite29@gmail.com" userId="be7813d53d2a1d53" providerId="LiveId" clId="{50E889DE-B0BF-47FC-9886-62A75227CC95}" dt="2026-04-12T17:50:22.359" v="102" actId="14100"/>
          <ac:picMkLst>
            <pc:docMk/>
            <pc:sldMk cId="0" sldId="259"/>
            <ac:picMk id="25" creationId="{5247A4E1-56CF-0A08-C3EF-28DF6551102B}"/>
          </ac:picMkLst>
        </pc:picChg>
      </pc:sldChg>
      <pc:sldChg chg="addSp modSp mod">
        <pc:chgData name="manishelite29@gmail.com" userId="be7813d53d2a1d53" providerId="LiveId" clId="{50E889DE-B0BF-47FC-9886-62A75227CC95}" dt="2026-04-12T17:57:12.258" v="133" actId="1076"/>
        <pc:sldMkLst>
          <pc:docMk/>
          <pc:sldMk cId="0" sldId="260"/>
        </pc:sldMkLst>
        <pc:spChg chg="mod">
          <ac:chgData name="manishelite29@gmail.com" userId="be7813d53d2a1d53" providerId="LiveId" clId="{50E889DE-B0BF-47FC-9886-62A75227CC95}" dt="2026-04-12T17:50:54.340" v="103" actId="1076"/>
          <ac:spMkLst>
            <pc:docMk/>
            <pc:sldMk cId="0" sldId="260"/>
            <ac:spMk id="13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7:57:12.258" v="133" actId="1076"/>
          <ac:spMkLst>
            <pc:docMk/>
            <pc:sldMk cId="0" sldId="260"/>
            <ac:spMk id="14" creationId="{F493C993-9FF8-CF08-0703-0F0B2A60DDDF}"/>
          </ac:spMkLst>
        </pc:spChg>
        <pc:picChg chg="add mod">
          <ac:chgData name="manishelite29@gmail.com" userId="be7813d53d2a1d53" providerId="LiveId" clId="{50E889DE-B0BF-47FC-9886-62A75227CC95}" dt="2026-04-12T17:51:06.052" v="105"/>
          <ac:picMkLst>
            <pc:docMk/>
            <pc:sldMk cId="0" sldId="260"/>
            <ac:picMk id="15" creationId="{9E95F982-F419-95FF-C202-1A40FD64BF6E}"/>
          </ac:picMkLst>
        </pc:picChg>
      </pc:sldChg>
      <pc:sldChg chg="addSp modSp mod">
        <pc:chgData name="manishelite29@gmail.com" userId="be7813d53d2a1d53" providerId="LiveId" clId="{50E889DE-B0BF-47FC-9886-62A75227CC95}" dt="2026-04-12T17:55:11.356" v="112" actId="14100"/>
        <pc:sldMkLst>
          <pc:docMk/>
          <pc:sldMk cId="0" sldId="261"/>
        </pc:sldMkLst>
        <pc:spChg chg="add mod">
          <ac:chgData name="manishelite29@gmail.com" userId="be7813d53d2a1d53" providerId="LiveId" clId="{50E889DE-B0BF-47FC-9886-62A75227CC95}" dt="2026-04-12T17:55:11.356" v="112" actId="14100"/>
          <ac:spMkLst>
            <pc:docMk/>
            <pc:sldMk cId="0" sldId="261"/>
            <ac:spMk id="18" creationId="{E6FAF20F-E662-6F85-F260-B0EF7CD065C5}"/>
          </ac:spMkLst>
        </pc:spChg>
        <pc:picChg chg="add mod">
          <ac:chgData name="manishelite29@gmail.com" userId="be7813d53d2a1d53" providerId="LiveId" clId="{50E889DE-B0BF-47FC-9886-62A75227CC95}" dt="2026-04-12T17:54:57.455" v="108"/>
          <ac:picMkLst>
            <pc:docMk/>
            <pc:sldMk cId="0" sldId="261"/>
            <ac:picMk id="19" creationId="{7F9955B6-7ED6-A2B1-C179-3B2DE00E6973}"/>
          </ac:picMkLst>
        </pc:picChg>
      </pc:sldChg>
      <pc:sldChg chg="addSp modSp mod">
        <pc:chgData name="manishelite29@gmail.com" userId="be7813d53d2a1d53" providerId="LiveId" clId="{50E889DE-B0BF-47FC-9886-62A75227CC95}" dt="2026-04-12T17:56:09.242" v="122" actId="1076"/>
        <pc:sldMkLst>
          <pc:docMk/>
          <pc:sldMk cId="0" sldId="262"/>
        </pc:sldMkLst>
        <pc:spChg chg="mod">
          <ac:chgData name="manishelite29@gmail.com" userId="be7813d53d2a1d53" providerId="LiveId" clId="{50E889DE-B0BF-47FC-9886-62A75227CC95}" dt="2026-04-12T17:56:09.242" v="122" actId="1076"/>
          <ac:spMkLst>
            <pc:docMk/>
            <pc:sldMk cId="0" sldId="262"/>
            <ac:spMk id="14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7:55:47.005" v="118" actId="14100"/>
          <ac:spMkLst>
            <pc:docMk/>
            <pc:sldMk cId="0" sldId="262"/>
            <ac:spMk id="15" creationId="{38E0DF45-B9E0-C4A6-61FB-798DF6FFE260}"/>
          </ac:spMkLst>
        </pc:spChg>
        <pc:picChg chg="mod">
          <ac:chgData name="manishelite29@gmail.com" userId="be7813d53d2a1d53" providerId="LiveId" clId="{50E889DE-B0BF-47FC-9886-62A75227CC95}" dt="2026-04-12T17:56:02.924" v="121" actId="1076"/>
          <ac:picMkLst>
            <pc:docMk/>
            <pc:sldMk cId="0" sldId="262"/>
            <ac:picMk id="6" creationId="{00000000-0000-0000-0000-000000000000}"/>
          </ac:picMkLst>
        </pc:picChg>
        <pc:picChg chg="add mod">
          <ac:chgData name="manishelite29@gmail.com" userId="be7813d53d2a1d53" providerId="LiveId" clId="{50E889DE-B0BF-47FC-9886-62A75227CC95}" dt="2026-04-12T17:55:32.648" v="115" actId="1076"/>
          <ac:picMkLst>
            <pc:docMk/>
            <pc:sldMk cId="0" sldId="262"/>
            <ac:picMk id="17" creationId="{DED47B0C-B4BE-577D-1D28-088A9697ACDD}"/>
          </ac:picMkLst>
        </pc:picChg>
      </pc:sldChg>
      <pc:sldChg chg="addSp modSp mod">
        <pc:chgData name="manishelite29@gmail.com" userId="be7813d53d2a1d53" providerId="LiveId" clId="{50E889DE-B0BF-47FC-9886-62A75227CC95}" dt="2026-04-12T17:56:38.486" v="126" actId="14100"/>
        <pc:sldMkLst>
          <pc:docMk/>
          <pc:sldMk cId="0" sldId="263"/>
        </pc:sldMkLst>
        <pc:spChg chg="add mod">
          <ac:chgData name="manishelite29@gmail.com" userId="be7813d53d2a1d53" providerId="LiveId" clId="{50E889DE-B0BF-47FC-9886-62A75227CC95}" dt="2026-04-12T17:56:38.486" v="126" actId="14100"/>
          <ac:spMkLst>
            <pc:docMk/>
            <pc:sldMk cId="0" sldId="263"/>
            <ac:spMk id="30" creationId="{0AD84C24-A4AA-CEBE-0F89-2D5D5DF0BD51}"/>
          </ac:spMkLst>
        </pc:spChg>
        <pc:picChg chg="add mod">
          <ac:chgData name="manishelite29@gmail.com" userId="be7813d53d2a1d53" providerId="LiveId" clId="{50E889DE-B0BF-47FC-9886-62A75227CC95}" dt="2026-04-12T17:56:25.579" v="123"/>
          <ac:picMkLst>
            <pc:docMk/>
            <pc:sldMk cId="0" sldId="263"/>
            <ac:picMk id="31" creationId="{FE165DA7-E25D-04EC-E02F-FCD90CD8E6DA}"/>
          </ac:picMkLst>
        </pc:picChg>
      </pc:sldChg>
      <pc:sldChg chg="addSp modSp mod">
        <pc:chgData name="manishelite29@gmail.com" userId="be7813d53d2a1d53" providerId="LiveId" clId="{50E889DE-B0BF-47FC-9886-62A75227CC95}" dt="2026-04-12T17:57:05.965" v="132" actId="1076"/>
        <pc:sldMkLst>
          <pc:docMk/>
          <pc:sldMk cId="0" sldId="264"/>
        </pc:sldMkLst>
        <pc:spChg chg="add mod">
          <ac:chgData name="manishelite29@gmail.com" userId="be7813d53d2a1d53" providerId="LiveId" clId="{50E889DE-B0BF-47FC-9886-62A75227CC95}" dt="2026-04-12T17:57:05.965" v="132" actId="1076"/>
          <ac:spMkLst>
            <pc:docMk/>
            <pc:sldMk cId="0" sldId="264"/>
            <ac:spMk id="22" creationId="{DD6D1D20-26E9-B8C6-9056-C6BBA2AA8CD5}"/>
          </ac:spMkLst>
        </pc:spChg>
        <pc:picChg chg="add mod">
          <ac:chgData name="manishelite29@gmail.com" userId="be7813d53d2a1d53" providerId="LiveId" clId="{50E889DE-B0BF-47FC-9886-62A75227CC95}" dt="2026-04-12T17:56:48.307" v="127"/>
          <ac:picMkLst>
            <pc:docMk/>
            <pc:sldMk cId="0" sldId="264"/>
            <ac:picMk id="23" creationId="{7DF11657-2AC1-68C5-9FE7-B55297FD1743}"/>
          </ac:picMkLst>
        </pc:picChg>
      </pc:sldChg>
      <pc:sldChg chg="addSp modSp mod">
        <pc:chgData name="manishelite29@gmail.com" userId="be7813d53d2a1d53" providerId="LiveId" clId="{50E889DE-B0BF-47FC-9886-62A75227CC95}" dt="2026-04-12T17:59:37.751" v="158" actId="1076"/>
        <pc:sldMkLst>
          <pc:docMk/>
          <pc:sldMk cId="0" sldId="265"/>
        </pc:sldMkLst>
        <pc:spChg chg="mod">
          <ac:chgData name="manishelite29@gmail.com" userId="be7813d53d2a1d53" providerId="LiveId" clId="{50E889DE-B0BF-47FC-9886-62A75227CC95}" dt="2026-04-12T17:57:47.601" v="137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7:52.641" v="138" actId="107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7:55.815" v="139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08.476" v="152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04.416" v="151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12.370" v="153" actId="107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20.454" v="154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8:55.982" v="150" actId="107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25.622" v="155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29.268" v="156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34.824" v="157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nishelite29@gmail.com" userId="be7813d53d2a1d53" providerId="LiveId" clId="{50E889DE-B0BF-47FC-9886-62A75227CC95}" dt="2026-04-12T17:59:37.751" v="158" actId="1076"/>
          <ac:spMkLst>
            <pc:docMk/>
            <pc:sldMk cId="0" sldId="265"/>
            <ac:spMk id="21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7:58:41.058" v="149" actId="14100"/>
          <ac:spMkLst>
            <pc:docMk/>
            <pc:sldMk cId="0" sldId="265"/>
            <ac:spMk id="22" creationId="{2F6EEEA8-B524-6CBF-DF91-61D4EA25112E}"/>
          </ac:spMkLst>
        </pc:spChg>
        <pc:picChg chg="add mod">
          <ac:chgData name="manishelite29@gmail.com" userId="be7813d53d2a1d53" providerId="LiveId" clId="{50E889DE-B0BF-47FC-9886-62A75227CC95}" dt="2026-04-12T17:58:18.353" v="146"/>
          <ac:picMkLst>
            <pc:docMk/>
            <pc:sldMk cId="0" sldId="265"/>
            <ac:picMk id="23" creationId="{65096213-7BF0-8F0B-D35E-7BA13D393C31}"/>
          </ac:picMkLst>
        </pc:picChg>
      </pc:sldChg>
      <pc:sldChg chg="addSp modSp mod">
        <pc:chgData name="manishelite29@gmail.com" userId="be7813d53d2a1d53" providerId="LiveId" clId="{50E889DE-B0BF-47FC-9886-62A75227CC95}" dt="2026-04-12T18:02:54.700" v="175" actId="14100"/>
        <pc:sldMkLst>
          <pc:docMk/>
          <pc:sldMk cId="0" sldId="266"/>
        </pc:sldMkLst>
        <pc:spChg chg="mod">
          <ac:chgData name="manishelite29@gmail.com" userId="be7813d53d2a1d53" providerId="LiveId" clId="{50E889DE-B0BF-47FC-9886-62A75227CC95}" dt="2026-04-12T18:01:10.414" v="163" actId="1076"/>
          <ac:spMkLst>
            <pc:docMk/>
            <pc:sldMk cId="0" sldId="266"/>
            <ac:spMk id="39" creationId="{00000000-0000-0000-0000-000000000000}"/>
          </ac:spMkLst>
        </pc:spChg>
        <pc:spChg chg="add mod">
          <ac:chgData name="manishelite29@gmail.com" userId="be7813d53d2a1d53" providerId="LiveId" clId="{50E889DE-B0BF-47FC-9886-62A75227CC95}" dt="2026-04-12T18:02:20.026" v="172" actId="1076"/>
          <ac:spMkLst>
            <pc:docMk/>
            <pc:sldMk cId="0" sldId="266"/>
            <ac:spMk id="43" creationId="{D6516732-0D67-FF12-158B-3FB8C25BC37E}"/>
          </ac:spMkLst>
        </pc:spChg>
        <pc:picChg chg="add mod">
          <ac:chgData name="manishelite29@gmail.com" userId="be7813d53d2a1d53" providerId="LiveId" clId="{50E889DE-B0BF-47FC-9886-62A75227CC95}" dt="2026-04-12T18:02:54.700" v="175" actId="14100"/>
          <ac:picMkLst>
            <pc:docMk/>
            <pc:sldMk cId="0" sldId="266"/>
            <ac:picMk id="44" creationId="{CA991D59-5522-F87C-5355-1F28F119B122}"/>
          </ac:picMkLst>
        </pc:picChg>
      </pc:sldChg>
      <pc:sldChg chg="addSp modSp mod">
        <pc:chgData name="manishelite29@gmail.com" userId="be7813d53d2a1d53" providerId="LiveId" clId="{50E889DE-B0BF-47FC-9886-62A75227CC95}" dt="2026-04-12T18:01:58.314" v="170" actId="14100"/>
        <pc:sldMkLst>
          <pc:docMk/>
          <pc:sldMk cId="0" sldId="267"/>
        </pc:sldMkLst>
        <pc:spChg chg="add mod">
          <ac:chgData name="manishelite29@gmail.com" userId="be7813d53d2a1d53" providerId="LiveId" clId="{50E889DE-B0BF-47FC-9886-62A75227CC95}" dt="2026-04-12T18:01:58.314" v="170" actId="14100"/>
          <ac:spMkLst>
            <pc:docMk/>
            <pc:sldMk cId="0" sldId="267"/>
            <ac:spMk id="6" creationId="{2BEF6742-751E-4D5A-FA4C-0EF70CF7A2FC}"/>
          </ac:spMkLst>
        </pc:spChg>
        <pc:picChg chg="add mod">
          <ac:chgData name="manishelite29@gmail.com" userId="be7813d53d2a1d53" providerId="LiveId" clId="{50E889DE-B0BF-47FC-9886-62A75227CC95}" dt="2026-04-12T18:01:43.603" v="167"/>
          <ac:picMkLst>
            <pc:docMk/>
            <pc:sldMk cId="0" sldId="267"/>
            <ac:picMk id="7" creationId="{F8BC7CF1-9D54-648A-5F7D-F448DB1797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92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jpeg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628" y="633293"/>
            <a:ext cx="7779544" cy="182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Soil Moisture Monitoring and Rain Prediction System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168628" y="2711887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Using Soil Moisture Sensor &amp; Arduino with Plant-Based Moisture Optimisation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68628" y="3190161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Team Members: 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68628" y="3668435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[1.Ramanaujam K - 210425106173]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68628" y="4146709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[2.Tharun D - 210425106248]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68628" y="4624983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[3.Logesh G - 210425106106]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68628" y="5103257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[4.Tareesh R - 210425106245]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68628" y="5581531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[5.Manish B - 210425106032]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68628" y="6059805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[6.Nithyanandan P - 21045106144]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168628" y="6538079"/>
            <a:ext cx="77795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[7.Muthukumaran T - 21045106131]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68628" y="7016353"/>
            <a:ext cx="77795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[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Chennai Institute of Technology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] — Department of Electronics &amp; Communications Engineering</a:t>
            </a:r>
            <a:endParaRPr lang="en-US" sz="1500" dirty="0"/>
          </a:p>
        </p:txBody>
      </p:sp>
      <p:sp>
        <p:nvSpPr>
          <p:cNvPr id="14" name="Google Shape;166;p25">
            <a:extLst>
              <a:ext uri="{FF2B5EF4-FFF2-40B4-BE49-F238E27FC236}">
                <a16:creationId xmlns:a16="http://schemas.microsoft.com/office/drawing/2014/main" id="{5B767A56-C469-D495-62F7-D9DAE0A58B7A}"/>
              </a:ext>
            </a:extLst>
          </p:cNvPr>
          <p:cNvSpPr/>
          <p:nvPr/>
        </p:nvSpPr>
        <p:spPr>
          <a:xfrm>
            <a:off x="1339848" y="7596186"/>
            <a:ext cx="13290551" cy="633413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E</a:t>
            </a:r>
            <a:r>
              <a:rPr lang="en-IN" alt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CE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" name="Google Shape;167;p25">
            <a:extLst>
              <a:ext uri="{FF2B5EF4-FFF2-40B4-BE49-F238E27FC236}">
                <a16:creationId xmlns:a16="http://schemas.microsoft.com/office/drawing/2014/main" id="{F243444E-87E9-2A45-FD36-5F8BA667B93C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7596186"/>
            <a:ext cx="1339849" cy="623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537567"/>
            <a:ext cx="6023967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Smart Irrigation Matters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9846" y="1539240"/>
            <a:ext cx="267438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Water Is a Finite Resource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9846" y="1999655"/>
            <a:ext cx="3668673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Agriculture accounts for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over 70%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of global freshwater use, yet traditional irrigation wastes up to </a:t>
            </a: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50%</a:t>
            </a: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of water through over-watering and poor timing.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9846" y="3273623"/>
            <a:ext cx="3668673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Automation offers a precise, data-driven alternative — delivering the right amount of water, to the right plant, at the right time.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13102" y="1537217"/>
            <a:ext cx="3668673" cy="1714261"/>
          </a:xfrm>
          <a:prstGeom prst="roundRect">
            <a:avLst>
              <a:gd name="adj" fmla="val 428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5012055" y="1758315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3706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9932" y="1916192"/>
            <a:ext cx="258366" cy="2583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12055" y="249388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Water Conservation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5012055" y="2954298"/>
            <a:ext cx="327076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 unnecessary water usage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859476" y="3465314"/>
            <a:ext cx="3668673" cy="1677114"/>
          </a:xfrm>
          <a:prstGeom prst="roundRect">
            <a:avLst>
              <a:gd name="adj" fmla="val 428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12055" y="3795832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3706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9932" y="3953708"/>
            <a:ext cx="258366" cy="2583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12055" y="4531400"/>
            <a:ext cx="2392323" cy="230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 Automation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5012055" y="4912221"/>
            <a:ext cx="3270766" cy="230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Sensor-driven, real-time decisions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813101" y="5331737"/>
            <a:ext cx="3668673" cy="1979772"/>
          </a:xfrm>
          <a:prstGeom prst="roundRect">
            <a:avLst>
              <a:gd name="adj" fmla="val 428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12055" y="583334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43706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9932" y="5991225"/>
            <a:ext cx="258366" cy="2583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12055" y="6568916"/>
            <a:ext cx="2392323" cy="193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Plant Health</a:t>
            </a:r>
            <a:endParaRPr lang="en-US" sz="1850" dirty="0"/>
          </a:p>
        </p:txBody>
      </p:sp>
      <p:sp>
        <p:nvSpPr>
          <p:cNvPr id="21" name="Text 15"/>
          <p:cNvSpPr/>
          <p:nvPr/>
        </p:nvSpPr>
        <p:spPr>
          <a:xfrm>
            <a:off x="5012055" y="7029331"/>
            <a:ext cx="327076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Optimised moisture per plant type</a:t>
            </a:r>
            <a:endParaRPr lang="en-US" sz="1500" dirty="0"/>
          </a:p>
        </p:txBody>
      </p:sp>
      <p:sp>
        <p:nvSpPr>
          <p:cNvPr id="24" name="Google Shape;166;p25">
            <a:extLst>
              <a:ext uri="{FF2B5EF4-FFF2-40B4-BE49-F238E27FC236}">
                <a16:creationId xmlns:a16="http://schemas.microsoft.com/office/drawing/2014/main" id="{5F1451C6-0B29-1582-6A52-E172876C6AA9}"/>
              </a:ext>
            </a:extLst>
          </p:cNvPr>
          <p:cNvSpPr/>
          <p:nvPr/>
        </p:nvSpPr>
        <p:spPr>
          <a:xfrm>
            <a:off x="1162050" y="7644646"/>
            <a:ext cx="13468350" cy="618172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6" name="Google Shape;167;p25">
            <a:extLst>
              <a:ext uri="{FF2B5EF4-FFF2-40B4-BE49-F238E27FC236}">
                <a16:creationId xmlns:a16="http://schemas.microsoft.com/office/drawing/2014/main" id="{5FAC8F4D-472E-60FF-7369-455374B0A8DA}"/>
              </a:ext>
            </a:extLst>
          </p:cNvPr>
          <p:cNvPicPr preferRelativeResize="0"/>
          <p:nvPr/>
        </p:nvPicPr>
        <p:blipFill rotWithShape="1">
          <a:blip r:embed="rId7"/>
          <a:srcRect l="-117792" t="274511" r="117792" b="-283188"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67;p25">
            <a:extLst>
              <a:ext uri="{FF2B5EF4-FFF2-40B4-BE49-F238E27FC236}">
                <a16:creationId xmlns:a16="http://schemas.microsoft.com/office/drawing/2014/main" id="{C0D74CFD-1C58-9622-2743-9B39B4F93224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7572732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53998"/>
            <a:ext cx="460736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2252186"/>
            <a:ext cx="8108275" cy="45254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2381" y="1237893"/>
            <a:ext cx="4158496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Goes Wrong with Traditional Irrigation?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9522381" y="2248257"/>
            <a:ext cx="4158496" cy="1653183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99521" y="2248257"/>
            <a:ext cx="91440" cy="1653183"/>
          </a:xfrm>
          <a:prstGeom prst="roundRect">
            <a:avLst>
              <a:gd name="adj" fmla="val 84651"/>
            </a:avLst>
          </a:prstGeom>
          <a:solidFill>
            <a:srgbClr val="437066"/>
          </a:solidFill>
          <a:ln/>
        </p:spPr>
      </p:sp>
      <p:sp>
        <p:nvSpPr>
          <p:cNvPr id="7" name="Text 4"/>
          <p:cNvSpPr/>
          <p:nvPr/>
        </p:nvSpPr>
        <p:spPr>
          <a:xfrm>
            <a:off x="9798010" y="2455307"/>
            <a:ext cx="2508290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Excessive Water Wastage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798010" y="2892862"/>
            <a:ext cx="3675817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Fixed schedules ignore actual soil conditions, leading to over-irrigation and significant water loss.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499521" y="3993713"/>
            <a:ext cx="4158496" cy="1653183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08987" y="3993712"/>
            <a:ext cx="91440" cy="1653183"/>
          </a:xfrm>
          <a:prstGeom prst="roundRect">
            <a:avLst>
              <a:gd name="adj" fmla="val 84651"/>
            </a:avLst>
          </a:prstGeom>
          <a:solidFill>
            <a:srgbClr val="437066"/>
          </a:solidFill>
          <a:ln/>
        </p:spPr>
      </p:sp>
      <p:sp>
        <p:nvSpPr>
          <p:cNvPr id="11" name="Text 8"/>
          <p:cNvSpPr/>
          <p:nvPr/>
        </p:nvSpPr>
        <p:spPr>
          <a:xfrm>
            <a:off x="9798010" y="4258151"/>
            <a:ext cx="277868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Plant-Specific Guidance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798010" y="4695706"/>
            <a:ext cx="3675817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All plants receive the same amount of water — ignoring that a cactus and a rose have very different moisture needs.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498807" y="5739168"/>
            <a:ext cx="4158496" cy="1653183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76661" y="5722144"/>
            <a:ext cx="91440" cy="1653183"/>
          </a:xfrm>
          <a:prstGeom prst="roundRect">
            <a:avLst>
              <a:gd name="adj" fmla="val 84651"/>
            </a:avLst>
          </a:prstGeom>
          <a:solidFill>
            <a:srgbClr val="43706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9798010" y="6060996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Monitoring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798010" y="6498550"/>
            <a:ext cx="3675817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Farmers rely on guesswork or visual inspection, which is unreliable and labour-intensive.</a:t>
            </a:r>
            <a:endParaRPr lang="en-US" sz="1450" dirty="0"/>
          </a:p>
        </p:txBody>
      </p:sp>
      <p:sp>
        <p:nvSpPr>
          <p:cNvPr id="17" name="Google Shape;166;p25">
            <a:extLst>
              <a:ext uri="{FF2B5EF4-FFF2-40B4-BE49-F238E27FC236}">
                <a16:creationId xmlns:a16="http://schemas.microsoft.com/office/drawing/2014/main" id="{9679BC31-2857-A504-3EE4-F0A0FBFCCEDE}"/>
              </a:ext>
            </a:extLst>
          </p:cNvPr>
          <p:cNvSpPr/>
          <p:nvPr/>
        </p:nvSpPr>
        <p:spPr>
          <a:xfrm>
            <a:off x="1339849" y="7537015"/>
            <a:ext cx="13290551" cy="692585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" name="Google Shape;167;p25">
            <a:extLst>
              <a:ext uri="{FF2B5EF4-FFF2-40B4-BE49-F238E27FC236}">
                <a16:creationId xmlns:a16="http://schemas.microsoft.com/office/drawing/2014/main" id="{706D1EB0-B61A-D7FE-BBD9-39BBAF708DFD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45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369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Four clear goals that drive this project from concept to implementation.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55050"/>
            <a:ext cx="3090505" cy="3499961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3285530"/>
            <a:ext cx="3029545" cy="680442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8962" y="3451741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192786"/>
            <a:ext cx="257591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Automate Irrigation Indication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5037534"/>
            <a:ext cx="257591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 real-time sensor data to trigger visual LED alerts without human intervention.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111109" y="3255050"/>
            <a:ext cx="3090624" cy="3499961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41589" y="3285530"/>
            <a:ext cx="3029664" cy="680442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281" y="3451741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8403" y="4192786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Reduce Water Usage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368403" y="4683204"/>
            <a:ext cx="2576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Prevent over-watering by irrigating only when soil moisture falls below optimal thresholds.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428548" y="3255050"/>
            <a:ext cx="3090624" cy="3499961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59027" y="3285530"/>
            <a:ext cx="3029664" cy="680442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3719" y="3451741"/>
            <a:ext cx="340162" cy="3401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685842" y="4192786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Plant-Specific Moisture Guidance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685842" y="5037534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 a reference website listing ideal moisture levels for different plant species.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10745986" y="3255050"/>
            <a:ext cx="3090624" cy="3499961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30480">
            <a:solidFill>
              <a:srgbClr val="C5D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76466" y="3285530"/>
            <a:ext cx="3029664" cy="680442"/>
          </a:xfrm>
          <a:prstGeom prst="roundRect">
            <a:avLst>
              <a:gd name="adj" fmla="val 8626"/>
            </a:avLst>
          </a:prstGeom>
          <a:solidFill>
            <a:srgbClr val="DFECE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21158" y="3451741"/>
            <a:ext cx="340162" cy="3401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003280" y="4192786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 Decision-Making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11003280" y="5037534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Bridge hardware sensing with software intelligence for smarter irrigation choices.</a:t>
            </a:r>
            <a:endParaRPr lang="en-US" sz="1750" dirty="0"/>
          </a:p>
        </p:txBody>
      </p:sp>
      <p:sp>
        <p:nvSpPr>
          <p:cNvPr id="24" name="Google Shape;166;p25">
            <a:extLst>
              <a:ext uri="{FF2B5EF4-FFF2-40B4-BE49-F238E27FC236}">
                <a16:creationId xmlns:a16="http://schemas.microsoft.com/office/drawing/2014/main" id="{377928A4-5F60-C8CB-7170-91F942070E45}"/>
              </a:ext>
            </a:extLst>
          </p:cNvPr>
          <p:cNvSpPr/>
          <p:nvPr/>
        </p:nvSpPr>
        <p:spPr>
          <a:xfrm>
            <a:off x="1339849" y="7453550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5" name="Google Shape;167;p25">
            <a:extLst>
              <a:ext uri="{FF2B5EF4-FFF2-40B4-BE49-F238E27FC236}">
                <a16:creationId xmlns:a16="http://schemas.microsoft.com/office/drawing/2014/main" id="{5247A4E1-56CF-0A08-C3EF-28DF6551102B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80073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594961"/>
            <a:ext cx="131916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integrates hardware sensing with a software layer for complete, intelligent irrigation monitoring.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88" y="2118003"/>
            <a:ext cx="10258425" cy="469487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8495" y="3290187"/>
            <a:ext cx="659559" cy="6595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40869" y="5697991"/>
            <a:ext cx="1925913" cy="37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Website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3889" y="3291423"/>
            <a:ext cx="659560" cy="659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3690" y="5697991"/>
            <a:ext cx="1925914" cy="37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Dual LED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99902" y="3291423"/>
            <a:ext cx="659560" cy="6595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99703" y="5697991"/>
            <a:ext cx="1925913" cy="37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Arduino Uno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72723" y="3291423"/>
            <a:ext cx="659559" cy="6595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32951" y="5697991"/>
            <a:ext cx="1925914" cy="371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Soil Sensor</a:t>
            </a:r>
            <a:endParaRPr lang="en-US" sz="2300" dirty="0"/>
          </a:p>
        </p:txBody>
      </p:sp>
      <p:sp>
        <p:nvSpPr>
          <p:cNvPr id="13" name="Text 6"/>
          <p:cNvSpPr/>
          <p:nvPr/>
        </p:nvSpPr>
        <p:spPr>
          <a:xfrm>
            <a:off x="719376" y="6418721"/>
            <a:ext cx="13191649" cy="836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sensor feeds analogue readings to the Arduino, which evaluates them against plant-specific thresholds. The result is displayed instantly via LED indication, while the companion website empowers users to match irrigation decisions to their specific plant type.</a:t>
            </a:r>
            <a:endParaRPr lang="en-US" sz="1600" dirty="0"/>
          </a:p>
        </p:txBody>
      </p:sp>
      <p:sp>
        <p:nvSpPr>
          <p:cNvPr id="14" name="Google Shape;166;p25">
            <a:extLst>
              <a:ext uri="{FF2B5EF4-FFF2-40B4-BE49-F238E27FC236}">
                <a16:creationId xmlns:a16="http://schemas.microsoft.com/office/drawing/2014/main" id="{F493C993-9FF8-CF08-0703-0F0B2A60DDDF}"/>
              </a:ext>
            </a:extLst>
          </p:cNvPr>
          <p:cNvSpPr/>
          <p:nvPr/>
        </p:nvSpPr>
        <p:spPr>
          <a:xfrm>
            <a:off x="1339849" y="7467600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" name="Google Shape;167;p25">
            <a:extLst>
              <a:ext uri="{FF2B5EF4-FFF2-40B4-BE49-F238E27FC236}">
                <a16:creationId xmlns:a16="http://schemas.microsoft.com/office/drawing/2014/main" id="{9E95F982-F419-95FF-C202-1A40FD64BF6E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6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Components Used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16054"/>
            <a:ext cx="3090505" cy="2410897"/>
          </a:xfrm>
          <a:prstGeom prst="roundRect">
            <a:avLst>
              <a:gd name="adj" fmla="val 395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950488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Arduino Uno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440906"/>
            <a:ext cx="26216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Microcontroller — reads sensor data and executes logic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716054"/>
            <a:ext cx="3090624" cy="2410897"/>
          </a:xfrm>
          <a:prstGeom prst="roundRect">
            <a:avLst>
              <a:gd name="adj" fmla="val 395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5543" y="2950488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Soil Moisture Sensor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45543" y="3440906"/>
            <a:ext cx="26217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Analogue output (0–1023) measuring volumetric water content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716054"/>
            <a:ext cx="3090624" cy="2410897"/>
          </a:xfrm>
          <a:prstGeom prst="roundRect">
            <a:avLst>
              <a:gd name="adj" fmla="val 395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2950488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 LED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3440906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Indicates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dry soil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watering required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716054"/>
            <a:ext cx="3090624" cy="2410897"/>
          </a:xfrm>
          <a:prstGeom prst="roundRect">
            <a:avLst>
              <a:gd name="adj" fmla="val 395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80420" y="2950488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Green LED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80420" y="3440906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Indicates </a:t>
            </a: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wet soil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no irrigation needed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353764"/>
            <a:ext cx="13042821" cy="1322189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224" y="5588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Resistors &amp; Wires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8224" y="6078617"/>
            <a:ext cx="12573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220Ω resistors for LED protection; jumper wires for circuit connections</a:t>
            </a:r>
            <a:endParaRPr lang="en-US" sz="1750" dirty="0"/>
          </a:p>
        </p:txBody>
      </p:sp>
      <p:sp>
        <p:nvSpPr>
          <p:cNvPr id="18" name="Google Shape;166;p25">
            <a:extLst>
              <a:ext uri="{FF2B5EF4-FFF2-40B4-BE49-F238E27FC236}">
                <a16:creationId xmlns:a16="http://schemas.microsoft.com/office/drawing/2014/main" id="{E6FAF20F-E662-6F85-F260-B0EF7CD065C5}"/>
              </a:ext>
            </a:extLst>
          </p:cNvPr>
          <p:cNvSpPr/>
          <p:nvPr/>
        </p:nvSpPr>
        <p:spPr>
          <a:xfrm>
            <a:off x="1339848" y="7467600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9" name="Google Shape;167;p25">
            <a:extLst>
              <a:ext uri="{FF2B5EF4-FFF2-40B4-BE49-F238E27FC236}">
                <a16:creationId xmlns:a16="http://schemas.microsoft.com/office/drawing/2014/main" id="{7F9955B6-7ED6-A2B1-C179-3B2DE00E697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17803"/>
            <a:ext cx="5399365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Rain Prediction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56905" y="1393150"/>
            <a:ext cx="12716470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Enhance irrigation decisions by factoring in upcoming weather conditions.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56905" y="1978343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6905" y="2415897"/>
            <a:ext cx="6133386" cy="2294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Integrates real-time data from a trusted weather forecasting website.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Provides information on expected rainfall probability and intensity for the user's location.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Suggests whether to postpone watering if rain is imminent, preventing over-irrigation.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Empowers users to make informed decisions, optimising water usage and ensuring plant health.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491" y="1912858"/>
            <a:ext cx="6133386" cy="4610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2416" y="4078146"/>
            <a:ext cx="1118559" cy="767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Irrigation Decision 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25708" y="5279972"/>
            <a:ext cx="1664056" cy="51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Our System's Website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25708" y="5864260"/>
            <a:ext cx="1664056" cy="3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Processes and displays forecasts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24392" y="5279972"/>
            <a:ext cx="1664056" cy="51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 Irrigation Decision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24392" y="5864260"/>
            <a:ext cx="1664056" cy="3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Adjusts watering based on forecasts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752314" y="2384109"/>
            <a:ext cx="1709525" cy="255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Weather API Data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752314" y="2712629"/>
            <a:ext cx="1709525" cy="37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forecast inputs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47491" y="6535698"/>
            <a:ext cx="61333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integration provides a holistic view, combining real-time soil moisture data with predictive weather patterns for truly smarter watering strategies.</a:t>
            </a:r>
            <a:endParaRPr lang="en-US" sz="1450" dirty="0"/>
          </a:p>
        </p:txBody>
      </p:sp>
      <p:sp>
        <p:nvSpPr>
          <p:cNvPr id="15" name="Google Shape;166;p25">
            <a:extLst>
              <a:ext uri="{FF2B5EF4-FFF2-40B4-BE49-F238E27FC236}">
                <a16:creationId xmlns:a16="http://schemas.microsoft.com/office/drawing/2014/main" id="{38E0DF45-B9E0-C4A6-61FB-798DF6FFE260}"/>
              </a:ext>
            </a:extLst>
          </p:cNvPr>
          <p:cNvSpPr/>
          <p:nvPr/>
        </p:nvSpPr>
        <p:spPr>
          <a:xfrm>
            <a:off x="1341236" y="7467600"/>
            <a:ext cx="13289164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D47B0C-B4BE-577D-1D28-088A9697A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67534"/>
            <a:ext cx="1341236" cy="762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31138"/>
            <a:ext cx="8296394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Working Principle &amp; Circuit Connections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121" y="1552932"/>
            <a:ext cx="6766441" cy="596384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6667" y="4614441"/>
            <a:ext cx="321028" cy="3210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02896" y="6049034"/>
            <a:ext cx="2407709" cy="300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Read Sensor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717288" y="6435604"/>
            <a:ext cx="2578923" cy="44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Analog value 0–1023 from A0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2133" y="4154301"/>
            <a:ext cx="321028" cy="3210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39764" y="2190179"/>
            <a:ext cx="2407709" cy="300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Compare Threshold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3654156" y="2576750"/>
            <a:ext cx="2578923" cy="44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Arduino checks value against setpoint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7599" y="4614441"/>
            <a:ext cx="321028" cy="3210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33828" y="6049034"/>
            <a:ext cx="2407708" cy="300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Drive LEDs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548220" y="6435604"/>
            <a:ext cx="2578923" cy="443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 for dry, Green for wet (pins 8/9)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607034" y="190464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Circuit Pin Mapping</a:t>
            </a:r>
            <a:endParaRPr lang="en-US" sz="1850" dirty="0"/>
          </a:p>
        </p:txBody>
      </p:sp>
      <p:sp>
        <p:nvSpPr>
          <p:cNvPr id="14" name="Shape 8"/>
          <p:cNvSpPr/>
          <p:nvPr/>
        </p:nvSpPr>
        <p:spPr>
          <a:xfrm>
            <a:off x="9607034" y="2385179"/>
            <a:ext cx="4318397" cy="3281601"/>
          </a:xfrm>
          <a:prstGeom prst="roundRect">
            <a:avLst>
              <a:gd name="adj" fmla="val 244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805987" y="2497217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Component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961376" y="2497217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Arduino Pin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9805987" y="2995851"/>
            <a:ext cx="176510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Sensor Analogue Out (AO)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961376" y="2995851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A0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805987" y="3776663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Sensor VCC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961376" y="3776663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5V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805987" y="4275296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Sensor GND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961376" y="4275296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GND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805987" y="4773930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 LED (Dry)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961376" y="4773930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Digital Pin 8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9805987" y="5272564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Green LED (Wet)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961376" y="5272564"/>
            <a:ext cx="1765102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Digital Pin 9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9607034" y="5848350"/>
            <a:ext cx="4318397" cy="1296591"/>
          </a:xfrm>
          <a:prstGeom prst="roundRect">
            <a:avLst>
              <a:gd name="adj" fmla="val 6200"/>
            </a:avLst>
          </a:prstGeom>
          <a:solidFill>
            <a:srgbClr val="CFE2DE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8368" y="6102787"/>
            <a:ext cx="239197" cy="19133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28898" y="6057543"/>
            <a:ext cx="3505200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</a:t>
            </a:r>
            <a:r>
              <a:rPr lang="en-US" sz="15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220Ω resistor</a:t>
            </a:r>
            <a:r>
              <a:rPr lang="en-US" sz="15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is placed in series with each LED to prevent overcurrent and protect the Arduino's output pins.</a:t>
            </a:r>
            <a:endParaRPr lang="en-US" sz="1500" dirty="0"/>
          </a:p>
        </p:txBody>
      </p:sp>
      <p:sp>
        <p:nvSpPr>
          <p:cNvPr id="30" name="Google Shape;166;p25">
            <a:extLst>
              <a:ext uri="{FF2B5EF4-FFF2-40B4-BE49-F238E27FC236}">
                <a16:creationId xmlns:a16="http://schemas.microsoft.com/office/drawing/2014/main" id="{0AD84C24-A4AA-CEBE-0F89-2D5D5DF0BD51}"/>
              </a:ext>
            </a:extLst>
          </p:cNvPr>
          <p:cNvSpPr/>
          <p:nvPr/>
        </p:nvSpPr>
        <p:spPr>
          <a:xfrm>
            <a:off x="1339848" y="7467600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167;p25">
            <a:extLst>
              <a:ext uri="{FF2B5EF4-FFF2-40B4-BE49-F238E27FC236}">
                <a16:creationId xmlns:a16="http://schemas.microsoft.com/office/drawing/2014/main" id="{FE165DA7-E25D-04EC-E02F-FCD90CD8E6DA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39842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Software Logic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222599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Decision Flow</a:t>
            </a:r>
            <a:endParaRPr lang="en-US" sz="1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2744033"/>
            <a:ext cx="8418076" cy="4138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26176" y="3113266"/>
            <a:ext cx="1925118" cy="240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Wet: Green 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826176" y="3422355"/>
            <a:ext cx="3893017" cy="18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Green HIGH, Red LOW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1541" y="3221821"/>
            <a:ext cx="273795" cy="2737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26176" y="4080104"/>
            <a:ext cx="1925118" cy="240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Dry: Red 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826176" y="4389192"/>
            <a:ext cx="3893017" cy="181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 HIGH, Green LOW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1541" y="4060318"/>
            <a:ext cx="273795" cy="2737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26176" y="5046940"/>
            <a:ext cx="1925118" cy="240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Compare Threshold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826176" y="5356029"/>
            <a:ext cx="3893017" cy="18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if value &gt; 500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1541" y="4890257"/>
            <a:ext cx="273795" cy="2737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4732" y="6013778"/>
            <a:ext cx="1925118" cy="24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Read Sensor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834732" y="6322866"/>
            <a:ext cx="3893016" cy="18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analogRead(A0)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31541" y="5857095"/>
            <a:ext cx="273795" cy="2737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25608" y="1720810"/>
            <a:ext cx="273593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Arduino Code Logic</a:t>
            </a:r>
            <a:endParaRPr lang="en-US" sz="1950" dirty="0"/>
          </a:p>
        </p:txBody>
      </p:sp>
      <p:sp>
        <p:nvSpPr>
          <p:cNvPr id="18" name="Shape 11"/>
          <p:cNvSpPr/>
          <p:nvPr/>
        </p:nvSpPr>
        <p:spPr>
          <a:xfrm>
            <a:off x="9625608" y="2238851"/>
            <a:ext cx="4305300" cy="4070033"/>
          </a:xfrm>
          <a:prstGeom prst="roundRect">
            <a:avLst>
              <a:gd name="adj" fmla="val 2085"/>
            </a:avLst>
          </a:prstGeom>
          <a:solidFill>
            <a:srgbClr val="F2F2F2"/>
          </a:solidFill>
          <a:ln/>
        </p:spPr>
      </p:sp>
      <p:sp>
        <p:nvSpPr>
          <p:cNvPr id="19" name="Shape 12"/>
          <p:cNvSpPr/>
          <p:nvPr/>
        </p:nvSpPr>
        <p:spPr>
          <a:xfrm>
            <a:off x="9615607" y="2238851"/>
            <a:ext cx="4325303" cy="4070033"/>
          </a:xfrm>
          <a:prstGeom prst="roundRect">
            <a:avLst>
              <a:gd name="adj" fmla="val 745"/>
            </a:avLst>
          </a:prstGeom>
          <a:solidFill>
            <a:srgbClr val="F2F2F2"/>
          </a:solidFill>
          <a:ln/>
        </p:spPr>
      </p:sp>
      <p:sp>
        <p:nvSpPr>
          <p:cNvPr id="20" name="Text 13"/>
          <p:cNvSpPr/>
          <p:nvPr/>
        </p:nvSpPr>
        <p:spPr>
          <a:xfrm>
            <a:off x="9868019" y="2440781"/>
            <a:ext cx="3820477" cy="3666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sensorValue = analogRead(A0);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threshold = 500;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(sensorValue &gt; threshold)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Soil is DRY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digitalWrite(8, HIGH); // Red ON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digitalWrite(9, LOW);  // Green OFF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Soil is WET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digitalWrite(8, LOW);  // Red OFF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digitalWrite(9, HIGH); // Green ON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9625608" y="6511290"/>
            <a:ext cx="43053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threshold value can be adjusted based on soil type and plant-specific requirements sourced from the companion website.</a:t>
            </a:r>
            <a:endParaRPr lang="en-US" sz="1550" dirty="0"/>
          </a:p>
        </p:txBody>
      </p:sp>
      <p:sp>
        <p:nvSpPr>
          <p:cNvPr id="22" name="Google Shape;166;p25">
            <a:extLst>
              <a:ext uri="{FF2B5EF4-FFF2-40B4-BE49-F238E27FC236}">
                <a16:creationId xmlns:a16="http://schemas.microsoft.com/office/drawing/2014/main" id="{DD6D1D20-26E9-B8C6-9056-C6BBA2AA8CD5}"/>
              </a:ext>
            </a:extLst>
          </p:cNvPr>
          <p:cNvSpPr/>
          <p:nvPr/>
        </p:nvSpPr>
        <p:spPr>
          <a:xfrm>
            <a:off x="1339849" y="7449025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" name="Google Shape;167;p25">
            <a:extLst>
              <a:ext uri="{FF2B5EF4-FFF2-40B4-BE49-F238E27FC236}">
                <a16:creationId xmlns:a16="http://schemas.microsoft.com/office/drawing/2014/main" id="{7DF11657-2AC1-68C5-9FE7-B55297FD1743}"/>
              </a:ext>
            </a:extLst>
          </p:cNvPr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579" y="500896"/>
            <a:ext cx="7878842" cy="1129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Website Integration — The Key Innovation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2579" y="1846302"/>
            <a:ext cx="1795224" cy="331470"/>
          </a:xfrm>
          <a:prstGeom prst="roundRect">
            <a:avLst>
              <a:gd name="adj" fmla="val 18322"/>
            </a:avLst>
          </a:prstGeom>
          <a:noFill/>
          <a:ln w="7620">
            <a:solidFill>
              <a:srgbClr val="437066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546" y="1939766"/>
            <a:ext cx="144542" cy="1445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5359" y="1908096"/>
            <a:ext cx="1346478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MAIN INNOVATION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32579" y="2483644"/>
            <a:ext cx="263699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Website Provides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2579" y="2910007"/>
            <a:ext cx="3718917" cy="222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Ideal moisture level (sensor range) for each plant species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Recommended watering frequency and quantity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Threshold value to programme into the Arduino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 status indicator: Dry / Adequate / Wet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2579" y="5268992"/>
            <a:ext cx="3718917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This bridges the hardware system with actionable, plant-specific intelligence — turning a simple LED indicator into a </a:t>
            </a:r>
            <a:r>
              <a:rPr lang="en-US" sz="14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smart, context-aware irrigation advisor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92504" y="2376488"/>
            <a:ext cx="3718917" cy="1093351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908471" y="257859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🌹</a:t>
            </a: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Rose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4976455" y="3000971"/>
            <a:ext cx="331172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Ideal: 400–550 · Water frequently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72855" y="3500096"/>
            <a:ext cx="3718917" cy="1093351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08471" y="3664328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🌵</a:t>
            </a: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Cactus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908471" y="4152960"/>
            <a:ext cx="331172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Ideal: 100–250 · Water sparingly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772857" y="4726007"/>
            <a:ext cx="3718917" cy="1093351"/>
          </a:xfrm>
          <a:prstGeom prst="roundRect">
            <a:avLst>
              <a:gd name="adj" fmla="val 5610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3"/>
          <p:cNvSpPr/>
          <p:nvPr/>
        </p:nvSpPr>
        <p:spPr>
          <a:xfrm>
            <a:off x="4984075" y="483688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🌿</a:t>
            </a: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Basil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4976455" y="5357277"/>
            <a:ext cx="3338989" cy="768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Ideal: 500–650 · Keep consistently moist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772856" y="5936932"/>
            <a:ext cx="3718917" cy="1093351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6"/>
          <p:cNvSpPr/>
          <p:nvPr/>
        </p:nvSpPr>
        <p:spPr>
          <a:xfrm>
            <a:off x="4908471" y="601140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🌾</a:t>
            </a: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Wheat</a:t>
            </a:r>
            <a:endParaRPr lang="en-US" sz="1750" dirty="0"/>
          </a:p>
        </p:txBody>
      </p:sp>
      <p:sp>
        <p:nvSpPr>
          <p:cNvPr id="21" name="Text 17"/>
          <p:cNvSpPr/>
          <p:nvPr/>
        </p:nvSpPr>
        <p:spPr>
          <a:xfrm>
            <a:off x="4908471" y="6627139"/>
            <a:ext cx="3311723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Ideal: 350–500 · Moderate irrigation</a:t>
            </a:r>
            <a:endParaRPr lang="en-US" sz="1400" dirty="0"/>
          </a:p>
        </p:txBody>
      </p:sp>
      <p:sp>
        <p:nvSpPr>
          <p:cNvPr id="22" name="Google Shape;166;p25">
            <a:extLst>
              <a:ext uri="{FF2B5EF4-FFF2-40B4-BE49-F238E27FC236}">
                <a16:creationId xmlns:a16="http://schemas.microsoft.com/office/drawing/2014/main" id="{2F6EEEA8-B524-6CBF-DF91-61D4EA25112E}"/>
              </a:ext>
            </a:extLst>
          </p:cNvPr>
          <p:cNvSpPr/>
          <p:nvPr/>
        </p:nvSpPr>
        <p:spPr>
          <a:xfrm>
            <a:off x="1339849" y="7477185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3" name="Google Shape;167;p25">
            <a:extLst>
              <a:ext uri="{FF2B5EF4-FFF2-40B4-BE49-F238E27FC236}">
                <a16:creationId xmlns:a16="http://schemas.microsoft.com/office/drawing/2014/main" id="{65096213-7BF0-8F0B-D35E-7BA13D393C31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46842"/>
            <a:ext cx="6824901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Advantages, Limitations &amp; Future Scope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1201936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Advantages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83" y="1570911"/>
            <a:ext cx="233839" cy="2338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1734" y="156614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Saves Water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441734" y="1916906"/>
            <a:ext cx="468320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Irrigates only when soil is genuinely dry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83" y="2346484"/>
            <a:ext cx="233839" cy="2338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441734" y="234172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 Cost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2441734" y="2692479"/>
            <a:ext cx="468320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with affordable, widely available components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83" y="3122057"/>
            <a:ext cx="233839" cy="2338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41734" y="3117294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Easy to Use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441734" y="3468052"/>
            <a:ext cx="468320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Visual LED output requires no technical expertise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3583" y="3897630"/>
            <a:ext cx="233839" cy="2338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41734" y="389286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Plant-Smart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2441734" y="4243626"/>
            <a:ext cx="4683204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Website guidance personalises irrigation per species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512844" y="1201936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489984" y="1543288"/>
            <a:ext cx="45720" cy="817483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8" name="Text 12"/>
          <p:cNvSpPr/>
          <p:nvPr/>
        </p:nvSpPr>
        <p:spPr>
          <a:xfrm>
            <a:off x="7714417" y="156614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 Accuracy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714417" y="1916906"/>
            <a:ext cx="232636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Readings may drift with soil type or sensor age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10151864" y="1543288"/>
            <a:ext cx="45720" cy="817483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1" name="Text 15"/>
          <p:cNvSpPr/>
          <p:nvPr/>
        </p:nvSpPr>
        <p:spPr>
          <a:xfrm>
            <a:off x="10376297" y="156614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Manual Threshold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0376297" y="1916906"/>
            <a:ext cx="2326362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 must programme threshold from website data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489984" y="2529364"/>
            <a:ext cx="45720" cy="606981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4" name="Text 18"/>
          <p:cNvSpPr/>
          <p:nvPr/>
        </p:nvSpPr>
        <p:spPr>
          <a:xfrm>
            <a:off x="7714417" y="2552224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Indication Only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714417" y="2902982"/>
            <a:ext cx="498824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Does not directly control a water pump — yet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512844" y="3234095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7512844" y="3598307"/>
            <a:ext cx="623768" cy="935593"/>
          </a:xfrm>
          <a:prstGeom prst="roundRect">
            <a:avLst>
              <a:gd name="adj" fmla="val 36000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7749" y="3949065"/>
            <a:ext cx="233839" cy="23383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43768" y="3754160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Pump Control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8243768" y="4104918"/>
            <a:ext cx="445889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Auto-trigger irrigation pump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512844" y="4641056"/>
            <a:ext cx="623768" cy="935593"/>
          </a:xfrm>
          <a:prstGeom prst="roundRect">
            <a:avLst>
              <a:gd name="adj" fmla="val 36000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7749" y="4991814"/>
            <a:ext cx="233839" cy="23383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43768" y="4796909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Integration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243768" y="5147667"/>
            <a:ext cx="445889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Remote monitoring via cloud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512844" y="5683806"/>
            <a:ext cx="623768" cy="935593"/>
          </a:xfrm>
          <a:prstGeom prst="roundRect">
            <a:avLst>
              <a:gd name="adj" fmla="val 36000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7749" y="6034564"/>
            <a:ext cx="233839" cy="23383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43768" y="583965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8243768" y="6190417"/>
            <a:ext cx="445889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Real-time alerts on smartphone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7512844" y="6726555"/>
            <a:ext cx="623768" cy="935593"/>
          </a:xfrm>
          <a:prstGeom prst="roundRect">
            <a:avLst>
              <a:gd name="adj" fmla="val 36000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7749" y="7077313"/>
            <a:ext cx="233839" cy="233839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243768" y="6882408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Plant Care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8243768" y="7233166"/>
            <a:ext cx="445889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Predictive, self-learning irrigation</a:t>
            </a:r>
            <a:endParaRPr lang="en-US" sz="1200" dirty="0"/>
          </a:p>
        </p:txBody>
      </p:sp>
      <p:sp>
        <p:nvSpPr>
          <p:cNvPr id="43" name="Google Shape;166;p25">
            <a:extLst>
              <a:ext uri="{FF2B5EF4-FFF2-40B4-BE49-F238E27FC236}">
                <a16:creationId xmlns:a16="http://schemas.microsoft.com/office/drawing/2014/main" id="{D6516732-0D67-FF12-158B-3FB8C25BC37E}"/>
              </a:ext>
            </a:extLst>
          </p:cNvPr>
          <p:cNvSpPr/>
          <p:nvPr/>
        </p:nvSpPr>
        <p:spPr>
          <a:xfrm>
            <a:off x="1339848" y="7714655"/>
            <a:ext cx="13290551" cy="487204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4" name="Google Shape;167;p25">
            <a:extLst>
              <a:ext uri="{FF2B5EF4-FFF2-40B4-BE49-F238E27FC236}">
                <a16:creationId xmlns:a16="http://schemas.microsoft.com/office/drawing/2014/main" id="{CA991D59-5522-F87C-5355-1F28F119B122}"/>
              </a:ext>
            </a:extLst>
          </p:cNvPr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0" y="7662148"/>
            <a:ext cx="1339849" cy="567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227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2763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We envision a future where intelligent irrigation systems empower sustainable agriculture and optimise resource management.</a:t>
            </a:r>
            <a:endParaRPr lang="en-US" sz="1750" dirty="0"/>
          </a:p>
        </p:txBody>
      </p:sp>
      <p:sp>
        <p:nvSpPr>
          <p:cNvPr id="6" name="Google Shape;166;p25">
            <a:extLst>
              <a:ext uri="{FF2B5EF4-FFF2-40B4-BE49-F238E27FC236}">
                <a16:creationId xmlns:a16="http://schemas.microsoft.com/office/drawing/2014/main" id="{2BEF6742-751E-4D5A-FA4C-0EF70CF7A2FC}"/>
              </a:ext>
            </a:extLst>
          </p:cNvPr>
          <p:cNvSpPr/>
          <p:nvPr/>
        </p:nvSpPr>
        <p:spPr>
          <a:xfrm>
            <a:off x="1339849" y="7450574"/>
            <a:ext cx="13290551" cy="762000"/>
          </a:xfrm>
          <a:prstGeom prst="rect">
            <a:avLst/>
          </a:prstGeom>
          <a:solidFill>
            <a:srgbClr val="CCFF66"/>
          </a:solidFill>
          <a:ln w="25400" cap="flat" cmpd="sng">
            <a:solidFill>
              <a:srgbClr val="CCFF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</a:t>
            </a:r>
            <a:r>
              <a:rPr lang="en-IN" sz="2000" b="1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rgbClr val="00005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CHENNAI INSTITUTE OF TECHNOLOGY(An Autonomous Institution)</a:t>
            </a:r>
            <a:endParaRPr sz="1800" b="1" i="0" u="none" strike="noStrike" cap="none" dirty="0">
              <a:solidFill>
                <a:srgbClr val="00005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Google Shape;167;p25">
            <a:extLst>
              <a:ext uri="{FF2B5EF4-FFF2-40B4-BE49-F238E27FC236}">
                <a16:creationId xmlns:a16="http://schemas.microsoft.com/office/drawing/2014/main" id="{F8BC7CF1-9D54-648A-5F7D-F448DB179784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7453550"/>
            <a:ext cx="1339849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1142</Words>
  <Application>Microsoft Office PowerPoint</Application>
  <PresentationFormat>Custom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Arial</vt:lpstr>
      <vt:lpstr>Kanit Light</vt:lpstr>
      <vt:lpstr>Martel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Manish B</cp:lastModifiedBy>
  <cp:revision>1</cp:revision>
  <dcterms:created xsi:type="dcterms:W3CDTF">2026-04-12T17:25:34Z</dcterms:created>
  <dcterms:modified xsi:type="dcterms:W3CDTF">2026-10-28T18:38:23Z</dcterms:modified>
</cp:coreProperties>
</file>